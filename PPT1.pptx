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62" r:id="rId4"/>
    <p:sldId id="266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9/9/2026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9/9/2026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9/9/2026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9/9/2026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9/9/2026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9/9/2026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Word-Level Plagiarism Checker for Short Documents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09188" y="4468305"/>
            <a:ext cx="8866073" cy="1253765"/>
          </a:xfrm>
        </p:spPr>
        <p:txBody>
          <a:bodyPr/>
          <a:lstStyle/>
          <a:p>
            <a:r>
              <a:rPr lang="en-IN" dirty="0"/>
              <a:t>Team </a:t>
            </a:r>
            <a:r>
              <a:rPr lang="en-IN" dirty="0" smtClean="0"/>
              <a:t>Number:17                                       2520090205-A.Jhansi </a:t>
            </a:r>
            <a:r>
              <a:rPr lang="en-IN" dirty="0" err="1" smtClean="0"/>
              <a:t>Priya</a:t>
            </a:r>
            <a:r>
              <a:rPr lang="en-IN" dirty="0" smtClean="0"/>
              <a:t>     </a:t>
            </a:r>
          </a:p>
          <a:p>
            <a:r>
              <a:rPr lang="en-IN" dirty="0" smtClean="0"/>
              <a:t>Section</a:t>
            </a:r>
            <a:r>
              <a:rPr lang="en-IN" dirty="0"/>
              <a:t>: 12 </a:t>
            </a:r>
            <a:r>
              <a:rPr lang="en-IN" dirty="0" smtClean="0"/>
              <a:t>                                                  2520090093-Yuktha </a:t>
            </a:r>
            <a:r>
              <a:rPr lang="en-IN" dirty="0" err="1" smtClean="0"/>
              <a:t>Almuri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1280160" y="2308042"/>
            <a:ext cx="8985630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Plagiarism detection is important in education, research, publishing, and digital content.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mainly detect exact text matches and may miss paraphrased or reordered content.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Word-Level Plagiarism Checker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analyzes documents at the word level.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performs preprocessing, tokenization, stop-word removal, stemming, indexing, and similarity measurement.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matching passages, calculates similarity scores, and highlights plagiarized content.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data structures and algorithms are used to improve efficiency and reduce dependency on prebuilt library structures. </a:t>
            </a:r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428636"/>
            <a:ext cx="9628632" cy="136211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1280160" y="2328016"/>
            <a:ext cx="893849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Plagiarism means using another person's content without proper acknowledgment.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 documents such as assignments, essays, reports, abstracts, and examination answers require effective plagiarism checking.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exact-match techniques cannot always detect modified or rearranged content.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system compares the submitted document with a reference corpus at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 level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aims to provide accurate, fast, and efficient plagiarism detection for short documents. </a:t>
            </a:r>
          </a:p>
        </p:txBody>
      </p:sp>
    </p:spTree>
    <p:extLst>
      <p:ext uri="{BB962C8B-B14F-4D97-AF65-F5344CB8AC3E}">
        <p14:creationId xmlns:p14="http://schemas.microsoft.com/office/powerpoint/2010/main" val="88070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288809"/>
              </p:ext>
            </p:extLst>
          </p:nvPr>
        </p:nvGraphicFramePr>
        <p:xfrm>
          <a:off x="5608947" y="2246808"/>
          <a:ext cx="6323292" cy="3352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61646">
                  <a:extLst>
                    <a:ext uri="{9D8B030D-6E8A-4147-A177-3AD203B41FA5}">
                      <a16:colId xmlns:a16="http://schemas.microsoft.com/office/drawing/2014/main" val="2874740025"/>
                    </a:ext>
                  </a:extLst>
                </a:gridCol>
                <a:gridCol w="3161646">
                  <a:extLst>
                    <a:ext uri="{9D8B030D-6E8A-4147-A177-3AD203B41FA5}">
                      <a16:colId xmlns:a16="http://schemas.microsoft.com/office/drawing/2014/main" val="2254504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863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plagiarism detection algorithms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5418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 / Code Editor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and test the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1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Structures &amp; 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document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874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Processing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Tokenization, stop-word removal, stemming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914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and test the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56339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6512" y="2062142"/>
            <a:ext cx="361034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software techniques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16512" y="2366684"/>
            <a:ext cx="4275529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Stop-word removal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Stemming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Similarity measurement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Plagiarism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data structures and algorithms </a:t>
            </a:r>
          </a:p>
        </p:txBody>
      </p:sp>
    </p:spTree>
    <p:extLst>
      <p:ext uri="{BB962C8B-B14F-4D97-AF65-F5344CB8AC3E}">
        <p14:creationId xmlns:p14="http://schemas.microsoft.com/office/powerpoint/2010/main" val="290246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967596"/>
              </p:ext>
            </p:extLst>
          </p:nvPr>
        </p:nvGraphicFramePr>
        <p:xfrm>
          <a:off x="1089319" y="2491905"/>
          <a:ext cx="8128000" cy="31394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63527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55056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641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multi-core processor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0121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4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567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10 GB free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601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Keyboard and 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078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Monitor/Laptop Screen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29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connection if required for reference corpus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782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43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880559"/>
              </p:ext>
            </p:extLst>
          </p:nvPr>
        </p:nvGraphicFramePr>
        <p:xfrm>
          <a:off x="1805757" y="2275089"/>
          <a:ext cx="8127999" cy="3571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282638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416408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37225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Existing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260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Exact Text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Simple and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Cannot detect paraphrasing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5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Sentence-Based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Detects similar sentences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May miss word-level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1407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Keyword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Easy to implement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Limited contextual understanding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15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Similarity-Based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Provides similarity 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Can require more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562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Proposed System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Word-level analysis + custom 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mainly for short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59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19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06078" y="1967402"/>
            <a:ext cx="4889369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Upload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Stop-word Removal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Indexing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Calculation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Detection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 &amp; Matched Sections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92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30</TotalTime>
  <Words>331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Educational subjects 16x9</vt:lpstr>
      <vt:lpstr>Word-Level Plagiarism Checker for Short Documents</vt:lpstr>
      <vt:lpstr>Abstract</vt:lpstr>
      <vt:lpstr>Introduction</vt:lpstr>
      <vt:lpstr>Software Requirements</vt:lpstr>
      <vt:lpstr>Hardware Requirements</vt:lpstr>
      <vt:lpstr>Literature Survey</vt:lpstr>
      <vt:lpstr>Methodology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Word-Level Plagiarism Checker for Short Documents</dc:title>
  <dc:creator>DELL</dc:creator>
  <cp:lastModifiedBy>DELL</cp:lastModifiedBy>
  <cp:revision>5</cp:revision>
  <dcterms:created xsi:type="dcterms:W3CDTF">2026-08-27T06:48:14Z</dcterms:created>
  <dcterms:modified xsi:type="dcterms:W3CDTF">2026-09-09T08:08:56Z</dcterms:modified>
</cp:coreProperties>
</file>